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1E3C72"/>
                </a:solidFill>
              </a:defRPr>
            </a:pPr>
            <a:r>
              <a:t>泰康之家·大清谷 vs 万科随园嘉树</a:t>
            </a:r>
          </a:p>
          <a:p>
            <a:pPr algn="ctr">
              <a:defRPr sz="2000" b="0">
                <a:solidFill>
                  <a:srgbClr val="4682B4"/>
                </a:solidFill>
              </a:defRPr>
            </a:pPr>
            <a:r>
              <a:t>养老运营对比诊断：保险系重资产 vs 地产系长租 · 给转行者的双样本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FFC107"/>
                </a:solidFill>
              </a:defRPr>
            </a:pPr>
            <a:r>
              <a:t>01  01 双机构速览对比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02  02 商业模式与照护体系对比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03  03 运营流程草稿对比（排班/家属沟通/例会）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04  04 岗位体感与能力模型对比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C3E50"/>
                </a:solidFill>
              </a:defRPr>
            </a:pPr>
            <a:r>
              <a:t>05  05 给你的建议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01 双机构速览对比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泰康之家·大清谷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运营主体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泰康保险集团（保险系）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万科集团·随园养老（地产系）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核心定位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国际标准高品质医养社区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CCRC 中国化 + 邻里式养老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开业时间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2020.10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良渚 2015.1（立项 2009）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代表规模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约 400 户 / 350 床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良渚 595 套 / 约 615 床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收费区间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月费 1.1–2.4 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良渚 1.2 万起 + 长租 15 年约 100 万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照护主线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CCRC 五区 +「1+N」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CCRC + 护理院 + 8 大类 165 项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01 一句话差异：两种成功路径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泰康 = 用保险金融把重资产跑成闭环：押金绑定保险、自建医院、标准化 SOP 复制到多城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万科 = 用地产存量 + 邻里文化把养老服务做成生态：长租无保险绑定、轻重结合、社区居家轻资产铺网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对转行者的含义：不是「哪家更高端」，而是「哪种运营气质更匹配我想练的能力」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标准化 SOP 练系统思维；邻里式练关系经营——这是两条不同的能力成长曲线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收费结构对比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泰康之家·大清谷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入门押金：一次性、可退还，1 万起；满足保险保费可免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月费：1.1–2.4 万/月，含房屋使用与居家费，餐费自理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护理费：按评估等级单独计，等级越高单价越高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特点：支付与服务深度绑定保险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万科随园嘉树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长租租金：15 年起，总定价约 100 万起（良渚）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服务费：2846 元/月/户起，依户型浮动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护理院：床位费+餐费+护工费，四人间一对多 6000 元/月起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特点：无保险绑定，地产租赁逻辑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盈利模型对比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泰康：金融闭环 + 重资产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盈利点：床位费+护理费+餐费+押金沉淀资金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护城河：自建一级综合医院 + 全国异地医保 + 三甲绿通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扩张：保险客流反哺，多城复制标准化社区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风险：重资产、高度依赖集团资金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万科：轻重结合 + 产品矩阵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三大线闭环：嘉树(自理)+护理院(护理)+之家(居家)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轻资产：随园之家政府出场地、万科出团队，快速铺网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生态：长者大数据库、产学研人才培养联盟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风险：标准化弱于保险系、医养靠外部绿通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02 照护体系对比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泰康：CCRC 五区无缝转介（独立/协助/护理/记忆/安宁）+「1+N」多学科团队，排班按「人」组织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万科：CCRC 中国化 + 护理院专科，「预防-干预-治疗-康复」闭环，8 大类 165 项服务模块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差异点：泰康用「1 名管家统筹 N 专业」把协同写进制度；万科用「邻里式 + 每日三问候」把关系写进文化</a:t>
            </a:r>
          </a:p>
          <a:p>
            <a:pPr>
              <a:spcAft>
                <a:spcPts val="900"/>
              </a:spcAft>
              <a:defRPr sz="1700" b="0">
                <a:solidFill>
                  <a:srgbClr val="2C3E50"/>
                </a:solidFill>
              </a:defRPr>
            </a:pPr>
            <a:r>
              <a:t>共同点：都做全周期照护、都重医养结合、都建长者活动体系（乐泰学院 vs 常青树学院）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03 运营流程草稿对比（建议稿）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泰康之家·大清谷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万科随园嘉树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排班逻辑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按「1+N」个案拉通多学科班次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按公寓/护理院分区排班 + 管家统筹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家属沟通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管家周报 + 动态 APP + 月度开放日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邻里活动 + 日常问候 + 社区主任对接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例会机制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晨会/周例/月运营会/1+N 病例会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类似四会，但更重社区文化与居民自治</a:t>
                      </a:r>
                    </a:p>
                  </a:txBody>
                  <a:tcPr/>
                </a:tc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草稿性质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基于行业通行做法 + 1+N 框架推导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基于行业通行做法 + 邻里式框架推导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04 岗位体感对比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泰康：标准化连锁体感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系统感强：SOP 清晰、指标驱动、多院区可比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会议多、纸质+系统双轨，新人易上手但有流程约束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适合练：系统思维、数据运营、合规把控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稀缺岗：懂 AI 又懂业务的多院区提效人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万科：邻里式生态体感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关系感强：重社区营造、客户经营、非标空间大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更灵活也更易乱，新人需自己建节奏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适合练：关系经营、活动运营、轻资产复制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稀缺岗：把社区居家数据化成运营简报的人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04 能力模型（两机构通用底座）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硬技能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排班与人力统筹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风险识别与合规把控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运营数据分析（入住率/成本/满意度）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多学科 / 跨部门协调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软技能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共情沟通与倾听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冲突化解与情绪安抚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抗压与多线程处理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细致与责任心（跌倒/压疮/走失零容忍）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05 给你的建议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基层起点两家都可进，但气质不同：想练系统选泰康，想练关系选万科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快速低门槛进场：万科「随园之家」社区居家岗比重资产嘉树更友好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你的稀缺定位：用 AI 给运营提效——泰康做多院区数据，万科做社区居家数据化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下一步：把两篇调研当模板，再调研 1 家（如绿城），凑齐「保险/地产/本土」三样本对照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调研是看懂行业的眼睛，不是求职保证书；横向对比比单看一家更能逼出你的能力偏好。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F8C8D"/>
                </a:solidFill>
              </a:defRPr>
            </a:pPr>
            <a:r>
              <a:t>养老转行 · 内部学习资料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t>说明与资料来源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ECF0F1"/>
                </a:solidFill>
              </a:defRPr>
            </a:pPr>
            <a:r>
              <a:t>运营流程草稿（排班/家属沟通/例会）为基于行业通行做法与两家框架的建议稿，非机构内部文件，实际以机构制度为准。</a:t>
            </a:r>
            <a:br/>
            <a:r>
              <a:t>泰康数据来源：泰康之家官网、yanglaocn、hzkypt、m.focus.cn、中信银行《养老社区白皮书》、腾讯地图（2026-07-23）。</a:t>
            </a:r>
            <a:br/>
            <a:r>
              <a:t>万科数据来源：vanke.com、suiYuanyanglao.com、linkolder.com、pcyanglao.com、p5w.net（2026-07-23）。</a:t>
            </a:r>
            <a:br/>
            <a:r>
              <a:t>调研整理：2026-07-23 · 养老转行学习资料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