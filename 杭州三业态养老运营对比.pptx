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最低月费(元)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泰康之家</c:v>
                </c:pt>
                <c:pt idx="1">
                  <c:v>万科随园</c:v>
                </c:pt>
                <c:pt idx="2">
                  <c:v>阳光老人家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11000</c:v>
                </c:pt>
                <c:pt idx="1">
                  <c:v>12000</c:v>
                </c:pt>
                <c:pt idx="2">
                  <c:v>2400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1E3C72"/>
                </a:solidFill>
              </a:defRPr>
            </a:pPr>
            <a:r>
              <a:t>杭州三业态养老运营对比</a:t>
            </a:r>
          </a:p>
          <a:p>
            <a:pPr algn="ctr">
              <a:defRPr sz="2000" b="0">
                <a:solidFill>
                  <a:srgbClr val="4682B4"/>
                </a:solidFill>
              </a:defRPr>
            </a:pPr>
            <a:r>
              <a:t>泰康之家·大清谷 ｜ 万科随园嘉树 ｜ 阳光老人家·颐乐和睦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</a:defRPr>
            </a:pPr>
            <a:r>
              <a:t>养老转行作品集  | 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本场对比导览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FFC107"/>
                </a:solidFill>
              </a:defRPr>
            </a:pPr>
            <a:r>
              <a:t>01  三业态定位光谱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02  基础信息对比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03  商业模式与收费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04  照护体系与医养结合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05  短板与风险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06  第9维：补贴依赖度与退坡风险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07  转行路线启示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08  总结与下一步行动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一、三业态定位光谱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泰康之家·大清谷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万科随园嘉树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阳光老人家·颐乐和睦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业态属性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保险系重资产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地产系长租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政府系兜底(公建民营)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行业角色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归宿(目标层级)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中段(关系型)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进场票(低门槛)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月费档(元/月)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1.1万–2.4万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1.2万起+服务费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全托2400/日托60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重资产门槛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高(保险绑定)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高(长租15年)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低(政府出场地)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标准化程度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强(SOP:1+N)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中(邻里式软性)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弱(多方分治)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二、基础信息对比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泰康之家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万科随园嘉树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阳光老人家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运营主体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泰康保险集团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万科·随园养老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拱墅区政府+社会力量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国际标准医养社区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CCRC中国化·邻里式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街区式居家养老标杆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开业时间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2020.10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2015.01(良渚)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2019.01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约400户/350床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595套/615床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街区1万㎡/23护理床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荣誉背书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连锁CCRC品牌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首创邻里式养老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李克强2019考察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三、商业模式与收费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泰康之家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万科随园嘉树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阳光老人家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收费模型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押金+月费+保险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长租+服务费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普惠低客单+补贴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押金/租金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可退押金1万起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长租15年/百万起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政府免租场地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月费区间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1.1万–2.4万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1.2万+服务费2846起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全托2400/护理4500–6500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盈利点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床位+护理+保险沉淀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租金+服务+生态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规模+政府补贴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金融属性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保险支付闭环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纯地产租金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补需方(重阳分)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四、照护体系与医养结合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泰康之家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万科随园嘉树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阳光老人家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照护模式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CCRC五区·1+N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CCRC·预防到康复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日托/全托/上门连续谱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医养结合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自建一级综合医院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外部绿通为主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社区级康复中心(医保)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护理深度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强(专业/记忆照护)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强(165项服务模块)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中(密度低/分块运营)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特色载体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三甲绿通/安宁疗护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邻里式/常青树学院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时间银行/和睦议事港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五、短板与风险对比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泰康之家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万科随园嘉树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阳光老人家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主要短板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位置偏远/重资产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重资产/医养靠外包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低客单/照护密度低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运营风险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依赖集团资金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SOP弱于保险系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补贴退坡即承压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数据口径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各源差异大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各项目差异大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各块分治缺中台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人才短板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护理员四高四低(共性)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六、第9维：补贴依赖度与退坡风险（社区系命门）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依赖面：低价模型成立的前提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政府免租场地 + 运营补贴 + 普惠客流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2020起补供方转补需方，运营商失去直接运营补助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托底面：政策强力兜底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全市88%社会化运营、镇街90%+由第三方运营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重阳分累计13亿/惠及40万，需求侧增强老人支付力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退坡的真风险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补贴缩水→低定价利润归零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公建民营绑定政府资源，政策收紧即承压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辩证视角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补需方比补供方更抗运营商跑路风险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别被'政策风口'麻醉：社区岗练资源协调，非高薪SOP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七、给你的转行路线：社区进场 → 机构晋升，AI 贯穿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44001" y="3291839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2481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进场票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481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阳光老人家式社区岗：站点主任/顾问，门槛低、攒经验</a:t>
            </a:r>
          </a:p>
        </p:txBody>
      </p:sp>
      <p:sp>
        <p:nvSpPr>
          <p:cNvPr id="11" name="Oval 10"/>
          <p:cNvSpPr/>
          <p:nvPr/>
        </p:nvSpPr>
        <p:spPr>
          <a:xfrm>
            <a:off x="4434725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20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中段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20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万科式机构运营：练邻里关系与社区营造</a:t>
            </a:r>
          </a:p>
        </p:txBody>
      </p:sp>
      <p:sp>
        <p:nvSpPr>
          <p:cNvPr id="14" name="Oval 13"/>
          <p:cNvSpPr/>
          <p:nvPr/>
        </p:nvSpPr>
        <p:spPr>
          <a:xfrm>
            <a:off x="7025449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392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归宿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392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泰康式连锁管理：练标准化SOP与体系</a:t>
            </a:r>
          </a:p>
        </p:txBody>
      </p:sp>
      <p:sp>
        <p:nvSpPr>
          <p:cNvPr id="17" name="Oval 16"/>
          <p:cNvSpPr/>
          <p:nvPr/>
        </p:nvSpPr>
        <p:spPr>
          <a:xfrm>
            <a:off x="9616173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4653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AI贯穿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4653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用AI把运营数据变简报，做稀缺型'懂业务的运营人'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八、入门月费三档光谱（取最低月费档，元/月）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养老转行作品集 ｜ 2026-07-24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九、总结与下一步行动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三业态不是高下，是光谱：保险系练SOP、地产系练关系、政府系练协调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单看任何一家都会偏食，合起来才是完整行业地图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你的稀缺定位=能用AI把社区运营数据变成简报的人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路线：社区进场(低门槛) → 机构晋升 → 连锁管理(归宿)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下一步：在Obsidian用《月度简报模板》实战，用AI产出一份社区运营简报样稿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